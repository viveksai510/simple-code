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59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D3F0-3641-85DA-BA2A-6AD63915D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746" y="241312"/>
            <a:ext cx="8077020" cy="2973757"/>
          </a:xfrm>
        </p:spPr>
        <p:txBody>
          <a:bodyPr/>
          <a:lstStyle/>
          <a:p>
            <a:r>
              <a:rPr lang="en-US" dirty="0"/>
              <a:t>Memory allocation simulator(first Fit ,Best fit algorithm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AA509-53C7-F9D5-4AE6-50D128B32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89128"/>
            <a:ext cx="3189590" cy="2973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   Presented by: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Vivek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sai</a:t>
            </a:r>
            <a:r>
              <a:rPr lang="en-US" dirty="0">
                <a:solidFill>
                  <a:schemeClr val="accent2"/>
                </a:solidFill>
              </a:rPr>
              <a:t> {24KB1A0510}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Purna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kumar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{24KB1A028}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Akshay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{24KB1A0567}</a:t>
            </a: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Vamsi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{24KB1A05DO}</a:t>
            </a:r>
          </a:p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Vikram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{24KB1A04D1}</a:t>
            </a:r>
            <a:r>
              <a:rPr lang="en-US" dirty="0">
                <a:solidFill>
                  <a:schemeClr val="tx1"/>
                </a:solidFill>
              </a:rPr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3623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A780-09A1-141A-BC22-98041C28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Of memory allocation: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E0E72-E688-1F0A-6A12-576D8D7F0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89"/>
            <a:ext cx="5300494" cy="3880773"/>
          </a:xfrm>
        </p:spPr>
        <p:txBody>
          <a:bodyPr/>
          <a:lstStyle/>
          <a:p>
            <a:r>
              <a:rPr lang="en-US" dirty="0"/>
              <a:t>Memory allocation is a Crucial process in </a:t>
            </a:r>
            <a:r>
              <a:rPr lang="en-US" dirty="0" err="1"/>
              <a:t>opareting</a:t>
            </a:r>
            <a:r>
              <a:rPr lang="en-US" dirty="0"/>
              <a:t> systems that manages how memory is Allocated process.</a:t>
            </a:r>
          </a:p>
          <a:p>
            <a:r>
              <a:rPr lang="en-US" dirty="0"/>
              <a:t>Efficient memory allocation ensures Optimal use of system resources and can Prevent fragmentation.</a:t>
            </a:r>
          </a:p>
          <a:p>
            <a:r>
              <a:rPr lang="en-US" dirty="0"/>
              <a:t>This presentation will explore two popular algorithms :1. First Fit , 2.Best Fit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18CBA-CA7F-38D9-7DEE-729FFE76D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487984" y="1691620"/>
            <a:ext cx="2786018" cy="302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1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DB6C-F16D-77C4-4837-5B40ED38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61EA6-AA15-ACEE-8DB2-9B257333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5557211" cy="3880773"/>
          </a:xfrm>
        </p:spPr>
        <p:txBody>
          <a:bodyPr/>
          <a:lstStyle/>
          <a:p>
            <a:r>
              <a:rPr lang="en-US" dirty="0"/>
              <a:t>The objective of memory allocation in both First-Fit and Best-Fit algorithms is to find a suitable block of memory to allocate to a process</a:t>
            </a:r>
          </a:p>
        </p:txBody>
      </p:sp>
    </p:spTree>
    <p:extLst>
      <p:ext uri="{BB962C8B-B14F-4D97-AF65-F5344CB8AC3E}">
        <p14:creationId xmlns:p14="http://schemas.microsoft.com/office/powerpoint/2010/main" val="301655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AC37-C140-1EEC-5FBB-BC14212B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 and Data 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DFA03-D724-CF56-B0FC-16E15B35F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Advantages of c:</a:t>
            </a:r>
          </a:p>
          <a:p>
            <a:pPr marL="0" indent="0">
              <a:buNone/>
            </a:pPr>
            <a:r>
              <a:rPr lang="en-US" dirty="0"/>
              <a:t>1.High performance And efficiency</a:t>
            </a:r>
          </a:p>
          <a:p>
            <a:pPr marL="0" indent="0">
              <a:buNone/>
            </a:pPr>
            <a:r>
              <a:rPr lang="en-US" dirty="0"/>
              <a:t>2.Precious memory control for simulation.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è"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Role of Data structure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Char char="è"/>
            </a:pPr>
            <a:r>
              <a:rPr lang="en-US" dirty="0"/>
              <a:t>Essential role For managing.</a:t>
            </a:r>
          </a:p>
        </p:txBody>
      </p:sp>
    </p:spTree>
    <p:extLst>
      <p:ext uri="{BB962C8B-B14F-4D97-AF65-F5344CB8AC3E}">
        <p14:creationId xmlns:p14="http://schemas.microsoft.com/office/powerpoint/2010/main" val="394396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D252-F03C-18C1-46E3-70C01085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2D9E-5125-1B4A-E86F-03B0E174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Processes of and the problem.</a:t>
            </a:r>
          </a:p>
          <a:p>
            <a:r>
              <a:rPr lang="en-US" dirty="0"/>
              <a:t>2.You have a  set of memory blocks of different sizes.</a:t>
            </a:r>
          </a:p>
          <a:p>
            <a:r>
              <a:rPr lang="en-US" dirty="0"/>
              <a:t>3.You want to allocate </a:t>
            </a:r>
            <a:r>
              <a:rPr lang="en-US" dirty="0" err="1"/>
              <a:t>Procesess</a:t>
            </a:r>
            <a:r>
              <a:rPr lang="en-US" dirty="0"/>
              <a:t> certain sizes to these blocks.</a:t>
            </a:r>
          </a:p>
          <a:p>
            <a:r>
              <a:rPr lang="en-US" dirty="0"/>
              <a:t>4.First Fit: Allocate the first block large enough.</a:t>
            </a:r>
          </a:p>
          <a:p>
            <a:r>
              <a:rPr lang="en-US" dirty="0"/>
              <a:t>5.Best Fit: Allocates the smallest block that is large enough.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59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6293-FA93-DDAD-6D5E-E0F11C94F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Fit algorithm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42F81-C974-100E-70F5-2D03FB3ED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117126" cy="3880773"/>
          </a:xfrm>
        </p:spPr>
        <p:txBody>
          <a:bodyPr/>
          <a:lstStyle/>
          <a:p>
            <a:r>
              <a:rPr lang="en-US" dirty="0"/>
              <a:t>The first Fit algorithm allocates The first block of memory that is large Enough to satisfy the request.</a:t>
            </a:r>
          </a:p>
          <a:p>
            <a:r>
              <a:rPr lang="en-US" dirty="0"/>
              <a:t>It scans memory from the beginning and stops as soon as it finds a suitable block.</a:t>
            </a:r>
          </a:p>
          <a:p>
            <a:r>
              <a:rPr lang="en-US" dirty="0"/>
              <a:t>This method is generally Faster but can lead to external Fragmentation Over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AA52FB-CC3E-FA61-3EDB-87F5E92CB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460" y="2654009"/>
            <a:ext cx="5117126" cy="400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4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0929-69C9-056E-AEDE-85DFE803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Fit algorithm: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0A4D3-A95D-7A8C-68A1-3C70B553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17" y="2099466"/>
            <a:ext cx="5459415" cy="3880773"/>
          </a:xfrm>
        </p:spPr>
        <p:txBody>
          <a:bodyPr/>
          <a:lstStyle/>
          <a:p>
            <a:r>
              <a:rPr lang="en-US" dirty="0"/>
              <a:t>The Best Fit algorithm Searches for smallest available block that meets the memory Requirement.</a:t>
            </a:r>
          </a:p>
          <a:p>
            <a:r>
              <a:rPr lang="en-US" dirty="0"/>
              <a:t>It aims to </a:t>
            </a:r>
            <a:r>
              <a:rPr lang="en-US" dirty="0" err="1"/>
              <a:t>minimise</a:t>
            </a:r>
            <a:r>
              <a:rPr lang="en-US" dirty="0"/>
              <a:t> Wasted space by Efficiently using available memory.</a:t>
            </a:r>
          </a:p>
          <a:p>
            <a:r>
              <a:rPr lang="en-US" dirty="0"/>
              <a:t>However, it often requires More time to search and can lead to increase fragmentation.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A2FCD-2FAF-365C-0C64-C675AA9D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204" y="3429000"/>
            <a:ext cx="4490501" cy="326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60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DDBE-A78C-18BB-08E3-0A19E9D3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08DA09-FF9E-5F55-F70D-4F9CAC515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742" y="1567556"/>
            <a:ext cx="8481181" cy="4819651"/>
          </a:xfrm>
        </p:spPr>
      </p:pic>
    </p:spTree>
    <p:extLst>
      <p:ext uri="{BB962C8B-B14F-4D97-AF65-F5344CB8AC3E}">
        <p14:creationId xmlns:p14="http://schemas.microsoft.com/office/powerpoint/2010/main" val="318171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D7A2-2898-1967-128C-4C412DE1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CEC2D0F-3745-CFC7-45CE-2E2A8AF43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722" y="609600"/>
            <a:ext cx="8772340" cy="5432425"/>
          </a:xfrm>
        </p:spPr>
      </p:pic>
    </p:spTree>
    <p:extLst>
      <p:ext uri="{BB962C8B-B14F-4D97-AF65-F5344CB8AC3E}">
        <p14:creationId xmlns:p14="http://schemas.microsoft.com/office/powerpoint/2010/main" val="203247353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Facet</vt:lpstr>
      <vt:lpstr>Memory allocation simulator(first Fit ,Best fit algorithm )</vt:lpstr>
      <vt:lpstr>Introduction Of memory allocation:</vt:lpstr>
      <vt:lpstr>Objective:</vt:lpstr>
      <vt:lpstr>Why C and Data structure </vt:lpstr>
      <vt:lpstr>Algorithm:</vt:lpstr>
      <vt:lpstr>First Fit algorithm :</vt:lpstr>
      <vt:lpstr>Best Fit algorithm:</vt:lpstr>
      <vt:lpstr>Sample outputs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allocation simulator(first fit,Best fit algorithm )</dc:title>
  <dc:creator>chennapatnamsrivani@gmail.com</dc:creator>
  <cp:lastModifiedBy>chennapatnamsrivani@gmail.com</cp:lastModifiedBy>
  <cp:revision>5</cp:revision>
  <dcterms:created xsi:type="dcterms:W3CDTF">2025-05-01T12:11:57Z</dcterms:created>
  <dcterms:modified xsi:type="dcterms:W3CDTF">2025-05-01T14:57:33Z</dcterms:modified>
</cp:coreProperties>
</file>